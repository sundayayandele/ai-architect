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Certified AI Solution Architect (CAISA™)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T1-1 — LLM &amp; RAG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Tokenization &amp; Cost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&amp; 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Multi-Head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Feed-Forward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in LLM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Concepts</a:t>
            </a:r>
          </a:p>
          <a:p>
            <a:r>
              <a:t>• Architectural Implications</a:t>
            </a:r>
          </a:p>
          <a:p>
            <a:r>
              <a:t>• Enterprise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